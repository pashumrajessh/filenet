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0"/>
            <a:ext cx="9052560" cy="5143500"/>
          </a:xfrm>
          <a:prstGeom prst="rect">
            <a:avLst/>
          </a:prstGeom>
          <a:solidFill>
            <a:srgbClr val="0D1B5E"/>
          </a:solidFill>
          <a:ln w="12700">
            <a:solidFill>
              <a:srgbClr val="0D1B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52160" y="0"/>
            <a:ext cx="3291840" cy="51435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0" y="0"/>
            <a:ext cx="45720" cy="514350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943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FileNet P8 V5.5.8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74320" y="105156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D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10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274320" y="1828800"/>
            <a:ext cx="5303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Deployment, Migration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Certification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Preparation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74320" y="42519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FDM  |  Performance Tuning  |  IBM C1000-074 Exam Prep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46634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Rajesh Pasham  |  Final Day of 10</a:t>
            </a:r>
            <a:endParaRPr lang="en-US" sz="12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365760"/>
            <a:ext cx="685800" cy="6858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995160" y="4114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3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600200"/>
            <a:ext cx="685800" cy="6858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95160" y="16459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Tuning</a:t>
            </a:r>
            <a:endParaRPr lang="en-US" sz="13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834640"/>
            <a:ext cx="685800" cy="6858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95160" y="28803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C1000-074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 Prep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54ADA"/>
          </a:solidFill>
          <a:ln w="12700">
            <a:solidFill>
              <a:srgbClr val="054A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13716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 – Day 10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804672"/>
            <a:ext cx="42519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804672"/>
            <a:ext cx="54864" cy="841248"/>
          </a:xfrm>
          <a:prstGeom prst="rect">
            <a:avLst/>
          </a:prstGeom>
          <a:solidFill>
            <a:srgbClr val="054ADA"/>
          </a:solidFill>
          <a:ln w="12700">
            <a:solidFill>
              <a:srgbClr val="054A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8686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4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92608" y="1078992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FDM's role in promoting configurations between Dev/Test/Prod environments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804672"/>
            <a:ext cx="42519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804672"/>
            <a:ext cx="54864" cy="841248"/>
          </a:xfrm>
          <a:prstGeom prst="rect">
            <a:avLst/>
          </a:prstGeom>
          <a:solidFill>
            <a:srgbClr val="054ADA"/>
          </a:solidFill>
          <a:ln w="12700">
            <a:solidFill>
              <a:srgbClr val="054A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73168" y="8686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4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73168" y="1078992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object store configs, workflows, classes, and security settings using FDM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2880" y="1792224"/>
            <a:ext cx="42519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82880" y="1792224"/>
            <a:ext cx="54864" cy="841248"/>
          </a:xfrm>
          <a:prstGeom prst="rect">
            <a:avLst/>
          </a:prstGeom>
          <a:solidFill>
            <a:srgbClr val="054ADA"/>
          </a:solidFill>
          <a:ln w="12700">
            <a:solidFill>
              <a:srgbClr val="054A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" y="18562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4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92608" y="2066544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FDM packages and validate all migrated components in ACCE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792224"/>
            <a:ext cx="42519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792224"/>
            <a:ext cx="54864" cy="8412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73168" y="18562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73168" y="2066544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CE performance tuning: JVM heap sizing, DB connection pools, content caching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2880" y="2779776"/>
            <a:ext cx="42519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82880" y="2779776"/>
            <a:ext cx="54864" cy="8412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284378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92608" y="3054096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 workflow bottlenecks and configure WAS trace logging for CE debugging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2779776"/>
            <a:ext cx="42519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2779776"/>
            <a:ext cx="54864" cy="84124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284378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73168" y="3054096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FileNet P8 architecture, CE admin, workflow, security concepts for C1000-074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2880" y="3767328"/>
            <a:ext cx="42519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82880" y="3767328"/>
            <a:ext cx="54864" cy="84124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2608" y="383133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92608" y="4041648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20 timed practice questions across all 5 C1000-074 exam domains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63440" y="3767328"/>
            <a:ext cx="42519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63440" y="3767328"/>
            <a:ext cx="54864" cy="84124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73168" y="383133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73168" y="4041648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full FDM export+import cycle and performance tuning on IBM FileNet V5.5.8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0"/>
            <a:ext cx="9052560" cy="5143500"/>
          </a:xfrm>
          <a:prstGeom prst="rect">
            <a:avLst/>
          </a:prstGeom>
          <a:solidFill>
            <a:srgbClr val="0D1B5E"/>
          </a:solidFill>
          <a:ln w="12700">
            <a:solidFill>
              <a:srgbClr val="0D1B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" y="1954530"/>
            <a:ext cx="9052560" cy="4572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1148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D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274320" y="164592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FileNet Deployment Manager (FDM)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74320" y="25603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Exporting  ·  Importing  ·  Environment Promotion  ·  Migrated Components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54ADA"/>
          </a:solidFill>
          <a:ln w="12700">
            <a:solidFill>
              <a:srgbClr val="054A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13716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FileNet Deployment Manager –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82880" y="75895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FDM DOES Migrate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82880" y="1170432"/>
            <a:ext cx="4206240" cy="3657600"/>
          </a:xfrm>
          <a:prstGeom prst="rect">
            <a:avLst/>
          </a:prstGeom>
          <a:solidFill>
            <a:srgbClr val="000000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80160"/>
            <a:ext cx="228600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2801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classes &amp; property templates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755648"/>
            <a:ext cx="228600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7556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Choice lists &amp; entry templates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231136"/>
            <a:ext cx="228600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23113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definitions (.pep files)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706624"/>
            <a:ext cx="228600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7066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policies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182112"/>
            <a:ext cx="228600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31821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subscriptions &amp; Code Modules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657600"/>
            <a:ext cx="228600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6576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templates &amp; Marking Sets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4133088"/>
            <a:ext cx="228600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41330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 folder hierarchy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63440" y="75895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FDM does NOT Migrate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63440" y="1170432"/>
            <a:ext cx="4297680" cy="365760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1280160"/>
            <a:ext cx="228600" cy="25603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47488" y="12801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binary content (files)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1755648"/>
            <a:ext cx="228600" cy="25603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47488" y="17556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LDAP user/group accounts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2231136"/>
            <a:ext cx="228600" cy="25603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47488" y="22311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server configuration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2706624"/>
            <a:ext cx="228600" cy="25603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47488" y="27066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store physical paths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3182112"/>
            <a:ext cx="228600" cy="25603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47488" y="31821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data source settings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3657600"/>
            <a:ext cx="228600" cy="25603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47488" y="3657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Object-level ACLs on existing docs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4133088"/>
            <a:ext cx="228600" cy="25603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47488" y="41330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ICN desktop configurations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54ADA"/>
          </a:solidFill>
          <a:ln w="12700">
            <a:solidFill>
              <a:srgbClr val="054A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13716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Promotion Strategy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804672"/>
            <a:ext cx="2788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804672"/>
            <a:ext cx="2788920" cy="566928"/>
          </a:xfrm>
          <a:prstGeom prst="rect">
            <a:avLst/>
          </a:prstGeom>
          <a:solidFill>
            <a:srgbClr val="054ADA"/>
          </a:solidFill>
          <a:ln w="12700">
            <a:solidFill>
              <a:srgbClr val="054A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6868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1463040"/>
            <a:ext cx="2606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Developers create/modify classes, workflows, entry templates. FDM export after each sprint.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3401568"/>
            <a:ext cx="2606040" cy="384048"/>
          </a:xfrm>
          <a:prstGeom prst="rect">
            <a:avLst/>
          </a:prstGeom>
          <a:solidFill>
            <a:srgbClr val="054ADA"/>
          </a:solidFill>
          <a:ln w="12700">
            <a:solidFill>
              <a:srgbClr val="054A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344728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C:\FDM\Dev\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71800" y="2377440"/>
            <a:ext cx="182880" cy="54864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54680" y="804672"/>
            <a:ext cx="2788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804672"/>
            <a:ext cx="2788920" cy="56692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86868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/ UAT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46120" y="1463040"/>
            <a:ext cx="2606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validates migrated config. Integration testing. UAT sign-off required before Prod.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46120" y="3401568"/>
            <a:ext cx="2606040" cy="38404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344728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C:\FDM\Test\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0" y="2377440"/>
            <a:ext cx="182880" cy="54864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804672"/>
            <a:ext cx="2788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804672"/>
            <a:ext cx="2788920" cy="5669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86868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17920" y="1463040"/>
            <a:ext cx="2606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import in maintenance window. Rollback plan ready. No direct changes to Prod.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17920" y="3401568"/>
            <a:ext cx="2606040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344728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C:\FDM\Prod\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971800" y="2514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FDM Export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971800" y="27432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FDM Import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0" y="2514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FDM Export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43600" y="27432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FDM Import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82880" y="4407408"/>
            <a:ext cx="8778240" cy="5943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45312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Rules:  Never edit Production directly  ·  Tag packages with version+date  ·  Always create a rollback package BEFORE each import  ·  Store packages in version control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54ADA"/>
          </a:solidFill>
          <a:ln w="12700">
            <a:solidFill>
              <a:srgbClr val="054A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13716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FDM Import Modes &amp; Post-Import Checklist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82880" y="75895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4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Modes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82880" y="118872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188720"/>
            <a:ext cx="73152" cy="777240"/>
          </a:xfrm>
          <a:prstGeom prst="rect">
            <a:avLst/>
          </a:prstGeom>
          <a:solidFill>
            <a:srgbClr val="054ADA"/>
          </a:solidFill>
          <a:ln w="12700">
            <a:solidFill>
              <a:srgbClr val="054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618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4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Only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5361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new objects only. Fails if object already exists. Use for first-time imports to empty OS.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2880" y="2075688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82880" y="2075688"/>
            <a:ext cx="731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1488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Only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2423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Updates existing objects. Fails if object not found. Use for applying changes to already-imported configs.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2880" y="2962656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82880" y="2962656"/>
            <a:ext cx="73152" cy="7772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0358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or Update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" y="33101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OR updates — handles both. Most flexible. Recommended for repeated promotions.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2880" y="3849624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82880" y="3849624"/>
            <a:ext cx="73152" cy="77724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92277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" y="419709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Overwrites target object completely. Destroys target customizations. Use with extreme caution.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63440" y="75895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4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Post-Import Validation Checklist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663440" y="1170432"/>
            <a:ext cx="42976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1298448"/>
            <a:ext cx="256032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64024" y="1316736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74920" y="129844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Classes present in ACCE &gt; Data Design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1682496"/>
            <a:ext cx="256032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64024" y="1700784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74920" y="168249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 Templates present with correct data types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2066544"/>
            <a:ext cx="256032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64024" y="208483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74920" y="206654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Policies present and assigned to classes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54880" y="2450592"/>
            <a:ext cx="256032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64024" y="2468880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74920" y="245059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Subscriptions present with Enabled status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54880" y="2834640"/>
            <a:ext cx="256032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64024" y="285292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074920" y="283464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Definitions in Process Config Console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754880" y="3218688"/>
            <a:ext cx="256032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64024" y="3236976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074920" y="321868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 folder hierarchy recreated in Browse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754880" y="3602736"/>
            <a:ext cx="256032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64024" y="3621024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074920" y="360273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Re-assign LDAP groups (GUIDs differ per environment)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754880" y="3986784"/>
            <a:ext cx="256032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64024" y="400507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074920" y="39867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storage area physical paths exist on target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754880" y="4370832"/>
            <a:ext cx="256032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64024" y="4389120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074920" y="437083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an application operation end-to-end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0"/>
            <a:ext cx="9052560" cy="5143500"/>
          </a:xfrm>
          <a:prstGeom prst="rect">
            <a:avLst/>
          </a:prstGeom>
          <a:solidFill>
            <a:srgbClr val="0D1B5E"/>
          </a:solidFill>
          <a:ln w="12700">
            <a:solidFill>
              <a:srgbClr val="0D1B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" y="1954530"/>
            <a:ext cx="9052560" cy="4572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1148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D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274320" y="164592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&amp; Troubleshooting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74320" y="25603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Performance Tuning  ·  Workflow Performance  ·  Logging &amp; Monitoring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54ADA"/>
          </a:solidFill>
          <a:ln w="12700">
            <a:solidFill>
              <a:srgbClr val="054A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13716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Engine Performance Tuning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804672"/>
            <a:ext cx="4206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804672"/>
            <a:ext cx="777240" cy="1965960"/>
          </a:xfrm>
          <a:prstGeom prst="rect">
            <a:avLst/>
          </a:prstGeom>
          <a:solidFill>
            <a:srgbClr val="054ADA"/>
          </a:solidFill>
          <a:ln w="12700">
            <a:solidFill>
              <a:srgbClr val="054AD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490472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98755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JVM Heap (WAS)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097280" y="1399032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Initial: 512 MB (-Xms)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Max: 2048 MB (-Xmx)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 Policy: -Xgcpolicy:gencon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Nursery: -Xmn256m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Path: WAS &gt; server1 &gt; JVM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617720" y="804672"/>
            <a:ext cx="4206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804672"/>
            <a:ext cx="777240" cy="19659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1490472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32120" y="98755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Connection Pool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5532120" y="1399032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Min: 10 connections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Max: 50 connections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Timeout: 30 seconds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Path: WAS &gt; JDBC &gt; Data Sources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Connection Pool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182880" y="2907792"/>
            <a:ext cx="4206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82880" y="2907792"/>
            <a:ext cx="777240" cy="1965960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3593592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97280" y="309067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Cache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097280" y="3502152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Size: 2-4x daily retrievals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Location: Local SSD (not network)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Monitor: ACCE &gt; Cache Statistics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hit ratio: &gt; 80%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Separate cache per cluster node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617720" y="2907792"/>
            <a:ext cx="4206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617720" y="2907792"/>
            <a:ext cx="777240" cy="19659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312" y="3593592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32120" y="309067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SQL Optimization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5532120" y="3502152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PropertyFilter (never null)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maxItems limit always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 custom search properties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Avoid leading % in LIKE queries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INFOLDER to scope searches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54ADA"/>
          </a:solidFill>
          <a:ln w="12700">
            <a:solidFill>
              <a:srgbClr val="054A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13716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Logging, Monitoring &amp; Common Issues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82880" y="75895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4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Log Files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82880" y="1188720"/>
            <a:ext cx="1280160" cy="530352"/>
          </a:xfrm>
          <a:prstGeom prst="rect">
            <a:avLst/>
          </a:prstGeom>
          <a:solidFill>
            <a:srgbClr val="054ADA"/>
          </a:solidFill>
          <a:ln w="12700">
            <a:solidFill>
              <a:srgbClr val="054A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2984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SystemOut.log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463040" y="1188720"/>
            <a:ext cx="2926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08760" y="128016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startup, auth, JDBC, API errors — primary diagnostic log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2880" y="1819656"/>
            <a:ext cx="1280160" cy="53035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92938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SystemErr.log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463040" y="1819656"/>
            <a:ext cx="2926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08760" y="191109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exceptions and stack traces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2880" y="2450592"/>
            <a:ext cx="1280160" cy="530352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25603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Trace Log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463040" y="2450592"/>
            <a:ext cx="2926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08760" y="254203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CE-specific trace (enable in ACCE &gt; Admin &gt; Logging). Very verbose.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2880" y="3081528"/>
            <a:ext cx="1280160" cy="53035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31912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 Server Log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463040" y="3081528"/>
            <a:ext cx="2926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08760" y="317296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routing and step execution events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2880" y="3712464"/>
            <a:ext cx="1280160" cy="53035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38221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FDM Log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463040" y="3712464"/>
            <a:ext cx="2926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08760" y="380390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FDM export/import operation results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2880" y="4343400"/>
            <a:ext cx="1280160" cy="53035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44531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DB2 diag.log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463040" y="4343400"/>
            <a:ext cx="2926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508760" y="443484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DB2 errors, JDBC timeouts, lock waits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2880" y="4892040"/>
            <a:ext cx="4206240" cy="2286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" y="491032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D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Trace: *=INFO:com.filenet.api.*=FINE  →  Reset to *=INFO after debugging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663440" y="75895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4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Issues &amp; Resolutions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663440" y="1188720"/>
            <a:ext cx="4297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22529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retrieval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709160" y="1463040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Cause: Cache miss / slow disk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126480" y="122529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Increase cache, move to SSD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63440" y="1819656"/>
            <a:ext cx="4297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185623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API timeout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709160" y="2093976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Cause: DB pool exhausted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126480" y="185623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Increase Max Connections to 50+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63440" y="2450592"/>
            <a:ext cx="4297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248716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not launching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709160" y="2724912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Cause: PE stopped / CP offline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126480" y="248716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Check PE service, verify CE Connection Point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663440" y="3081528"/>
            <a:ext cx="4297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09160" y="311810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FDM GUID conflict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709160" y="3355848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Cause: Object name conflict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126480" y="311810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Use Create or Update import mode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663440" y="3712464"/>
            <a:ext cx="4297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374904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LDAP auth fail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709160" y="398678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Cause: Wrong Bind DN credentials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126480" y="37490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Re-configure VMM LDAP in WAS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663440" y="4343400"/>
            <a:ext cx="4297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09160" y="437997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OutOfMemoryError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4709160" y="4617720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Cause: JVM heap too small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126480" y="437997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Increase -Xmx to 2048m or 4096m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0"/>
            <a:ext cx="9052560" cy="5143500"/>
          </a:xfrm>
          <a:prstGeom prst="rect">
            <a:avLst/>
          </a:prstGeom>
          <a:solidFill>
            <a:srgbClr val="0D1B5E"/>
          </a:solidFill>
          <a:ln w="12700">
            <a:solidFill>
              <a:srgbClr val="0D1B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" y="1954530"/>
            <a:ext cx="9052560" cy="4572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1148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D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274320" y="164592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 Preparation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74320" y="25603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C1000-074  ·  5 Exam Domains  ·  63 Questions  ·  75% Pass Score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54ADA"/>
          </a:solidFill>
          <a:ln w="12700">
            <a:solidFill>
              <a:srgbClr val="054A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13716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C1000-074 – Exam Domain Breakdown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758952"/>
            <a:ext cx="8778240" cy="47548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0467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 Questions  ·  90 Minutes  ·  75% Pass Score (47 correct)  ·  IBM Certified Administrator - FileNet Content Manager V5.5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1298448"/>
            <a:ext cx="1755648" cy="320040"/>
          </a:xfrm>
          <a:prstGeom prst="rect">
            <a:avLst/>
          </a:prstGeom>
          <a:solidFill>
            <a:srgbClr val="054ADA"/>
          </a:solidFill>
          <a:ln w="12700">
            <a:solidFill>
              <a:srgbClr val="054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1325880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38528" y="1298448"/>
            <a:ext cx="2282342" cy="3200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38528" y="1325880"/>
            <a:ext cx="22823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20870" y="1298448"/>
            <a:ext cx="1755648" cy="320040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20870" y="1325880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76518" y="1298448"/>
            <a:ext cx="1580083" cy="3200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76518" y="1325880"/>
            <a:ext cx="15800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556602" y="1298448"/>
            <a:ext cx="1404518" cy="3200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56602" y="1325880"/>
            <a:ext cx="14045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" y="1737360"/>
            <a:ext cx="8778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2880" y="1737360"/>
            <a:ext cx="73152" cy="566928"/>
          </a:xfrm>
          <a:prstGeom prst="rect">
            <a:avLst/>
          </a:prstGeom>
          <a:solidFill>
            <a:srgbClr val="054ADA"/>
          </a:solidFill>
          <a:ln w="12700">
            <a:solidFill>
              <a:srgbClr val="054AD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" y="1737360"/>
            <a:ext cx="1463040" cy="566928"/>
          </a:xfrm>
          <a:prstGeom prst="rect">
            <a:avLst/>
          </a:prstGeom>
          <a:solidFill>
            <a:srgbClr val="054ADA"/>
          </a:solidFill>
          <a:ln w="12700">
            <a:solidFill>
              <a:srgbClr val="054A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" y="1828800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4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1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54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828800" y="182880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CPE, PE, ICN, WAS, DB2, LDAP/VMM, ACCE, FDM. Component roles and interactions. 3 required databases.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82880" y="2395728"/>
            <a:ext cx="8778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" y="2395728"/>
            <a:ext cx="73152" cy="56692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6032" y="2395728"/>
            <a:ext cx="1463040" cy="56692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2608" y="2487168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2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Administration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828800" y="2487168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store creation. Document classes. Property templates. Storage areas. Storage policies. ACCE operations.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82880" y="3054096"/>
            <a:ext cx="8778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2880" y="3054096"/>
            <a:ext cx="73152" cy="56692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3054096"/>
            <a:ext cx="1463040" cy="56692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2608" y="3145536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60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3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060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Management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828800" y="3145536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 architecture. Connection Points. Isolated Regions. Queues. Work items. Event-driven workflow launch.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82880" y="3712464"/>
            <a:ext cx="8778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82880" y="3712464"/>
            <a:ext cx="73152" cy="5669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6032" y="3712464"/>
            <a:ext cx="1463040" cy="5669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2608" y="3803904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4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Configuration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828800" y="3803904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ACLs, ACEs, Deny precedence. Special identities. LTPA tokens. VMM LDAP. Inheritance. Marking Sets.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82880" y="4370832"/>
            <a:ext cx="8778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82880" y="4370832"/>
            <a:ext cx="73152" cy="56692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6032" y="4370832"/>
            <a:ext cx="1463040" cy="56692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2608" y="4462272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5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Tools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828800" y="4462272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FDM packages. Import modes. What FDM migrates. Post-import steps. Environment promotion strategy.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54ADA"/>
          </a:solidFill>
          <a:ln w="12700">
            <a:solidFill>
              <a:srgbClr val="054A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13716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C1000-074 – Must-Know Facts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777240"/>
            <a:ext cx="1463040" cy="713232"/>
          </a:xfrm>
          <a:prstGeom prst="rect">
            <a:avLst/>
          </a:prstGeom>
          <a:solidFill>
            <a:srgbClr val="054ADA"/>
          </a:solidFill>
          <a:ln w="12700">
            <a:solidFill>
              <a:srgbClr val="054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777240"/>
            <a:ext cx="64008" cy="713232"/>
          </a:xfrm>
          <a:prstGeom prst="rect">
            <a:avLst/>
          </a:prstGeom>
          <a:solidFill>
            <a:srgbClr val="054ADA"/>
          </a:solidFill>
          <a:ln w="12700">
            <a:solidFill>
              <a:srgbClr val="054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86868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DBs required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719072" y="8686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GCDDB (domain config), OSDB (object store metadata), PEDB (Process Engine data)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17720" y="777240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777240"/>
            <a:ext cx="1463040" cy="713232"/>
          </a:xfrm>
          <a:prstGeom prst="rect">
            <a:avLst/>
          </a:prstGeom>
          <a:solidFill>
            <a:srgbClr val="054ADA"/>
          </a:solidFill>
          <a:ln w="12700">
            <a:solidFill>
              <a:srgbClr val="054A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777240"/>
            <a:ext cx="64008" cy="713232"/>
          </a:xfrm>
          <a:prstGeom prst="rect">
            <a:avLst/>
          </a:prstGeom>
          <a:solidFill>
            <a:srgbClr val="054ADA"/>
          </a:solidFill>
          <a:ln w="12700">
            <a:solidFill>
              <a:srgbClr val="054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27448" y="86868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 port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153912" y="8686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32768 (RMI/IIOP) for CE-to-PE communication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82880" y="1600200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2880" y="1600200"/>
            <a:ext cx="1463040" cy="713232"/>
          </a:xfrm>
          <a:prstGeom prst="rect">
            <a:avLst/>
          </a:prstGeom>
          <a:solidFill>
            <a:srgbClr val="054ADA"/>
          </a:solidFill>
          <a:ln w="12700">
            <a:solidFill>
              <a:srgbClr val="054AD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" y="1600200"/>
            <a:ext cx="64008" cy="713232"/>
          </a:xfrm>
          <a:prstGeom prst="rect">
            <a:avLst/>
          </a:prstGeom>
          <a:solidFill>
            <a:srgbClr val="054ADA"/>
          </a:solidFill>
          <a:ln w="12700">
            <a:solidFill>
              <a:srgbClr val="054A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" y="169164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port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719072" y="16916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9080 (HTTP) | 9443 (HTTPS) | 9060/9043 (Admin Console)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17720" y="1600200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17720" y="1600200"/>
            <a:ext cx="1463040" cy="71323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17720" y="1600200"/>
            <a:ext cx="64008" cy="71323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27448" y="169164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 Deny rule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153912" y="16916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Deny ALWAYS overrides Allow. No exceptions. Order doesn't matter.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82880" y="2423160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2880" y="2423160"/>
            <a:ext cx="1463040" cy="71323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2880" y="2423160"/>
            <a:ext cx="64008" cy="71323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2608" y="251460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LTPA timeout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719072" y="25146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30 minutes. WAS Admin Console &gt; Security &gt; Global Security &gt; LTPA.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17720" y="2423160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17720" y="2423160"/>
            <a:ext cx="1463040" cy="71323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17720" y="2423160"/>
            <a:ext cx="64008" cy="71323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27448" y="251460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#CREATOR-OWNER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153912" y="25146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Resolves to the user who created each specific document. Per-object identity.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82880" y="3246120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82880" y="3246120"/>
            <a:ext cx="1463040" cy="713232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82880" y="3246120"/>
            <a:ext cx="64008" cy="713232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2608" y="333756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Point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719072" y="33375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P8Domain &gt; Process Engine &gt; Connection Points. Required for CE-PE integration.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17720" y="3246120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17720" y="3246120"/>
            <a:ext cx="1463040" cy="713232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17720" y="3246120"/>
            <a:ext cx="64008" cy="713232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27448" y="333756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 Region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153912" y="33375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Groups workflows for performance isolation on a single PE server. Default = Region 1.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82880" y="4069080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82880" y="4069080"/>
            <a:ext cx="1463040" cy="7132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82880" y="4069080"/>
            <a:ext cx="64008" cy="7132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92608" y="416052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FDM migrates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1719072" y="41605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Classes, properties, workflows, policies, subscriptions, security templates.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617720" y="4069080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617720" y="4069080"/>
            <a:ext cx="1463040" cy="7132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617720" y="4069080"/>
            <a:ext cx="64008" cy="7132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27448" y="416052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FDM does NOT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6153912" y="41605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content, LDAP accounts, WAS config, physical storage paths.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182880" y="4892040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82880" y="4892040"/>
            <a:ext cx="1463040" cy="71323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82880" y="4892040"/>
            <a:ext cx="64008" cy="71323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92608" y="498348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FCD storage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1719072" y="49834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Once Read Many (WORM). Required for SEC 17a-4, HIPAA, SOX compliance.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617720" y="4892040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617720" y="4892040"/>
            <a:ext cx="1463040" cy="71323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617720" y="4892040"/>
            <a:ext cx="64008" cy="71323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27448" y="498348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CMIS Browser URL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6153912" y="49834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http://host:9080/fncmis/browser/ — JSON REST API for CRUD operations.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54ADA"/>
          </a:solidFill>
          <a:ln w="12700">
            <a:solidFill>
              <a:srgbClr val="054A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13716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10 Lab Exercises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804672"/>
            <a:ext cx="4206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804672"/>
            <a:ext cx="4206240" cy="475488"/>
          </a:xfrm>
          <a:prstGeom prst="rect">
            <a:avLst/>
          </a:prstGeom>
          <a:solidFill>
            <a:srgbClr val="054ADA"/>
          </a:solidFill>
          <a:ln w="12700">
            <a:solidFill>
              <a:srgbClr val="054A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5039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LAB-10-01  ·  45 min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104241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FDM Export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2608" y="1371600"/>
            <a:ext cx="54864" cy="201168"/>
          </a:xfrm>
          <a:prstGeom prst="rect">
            <a:avLst/>
          </a:prstGeom>
          <a:solidFill>
            <a:srgbClr val="054ADA"/>
          </a:solidFill>
          <a:ln w="12700">
            <a:solidFill>
              <a:srgbClr val="054A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13716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FDM in ACCE &gt; Tools &gt; Deployment Manager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92608" y="1645920"/>
            <a:ext cx="54864" cy="201168"/>
          </a:xfrm>
          <a:prstGeom prst="rect">
            <a:avLst/>
          </a:prstGeom>
          <a:solidFill>
            <a:srgbClr val="054ADA"/>
          </a:solidFill>
          <a:ln w="12700">
            <a:solidFill>
              <a:srgbClr val="054A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" y="164592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full export package for TrainingOS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92608" y="1920240"/>
            <a:ext cx="54864" cy="201168"/>
          </a:xfrm>
          <a:prstGeom prst="rect">
            <a:avLst/>
          </a:prstGeom>
          <a:solidFill>
            <a:srgbClr val="054ADA"/>
          </a:solidFill>
          <a:ln w="12700">
            <a:solidFill>
              <a:srgbClr val="054A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" y="192024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scope: classes, workflows, policies, subscriptions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92608" y="2194560"/>
            <a:ext cx="54864" cy="201168"/>
          </a:xfrm>
          <a:prstGeom prst="rect">
            <a:avLst/>
          </a:prstGeom>
          <a:solidFill>
            <a:srgbClr val="054ADA"/>
          </a:solidFill>
          <a:ln w="12700">
            <a:solidFill>
              <a:srgbClr val="054A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" y="219456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export log and inspect manifest.xml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92608" y="2468880"/>
            <a:ext cx="54864" cy="201168"/>
          </a:xfrm>
          <a:prstGeom prst="rect">
            <a:avLst/>
          </a:prstGeom>
          <a:solidFill>
            <a:srgbClr val="054ADA"/>
          </a:solidFill>
          <a:ln w="12700">
            <a:solidFill>
              <a:srgbClr val="054A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246888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ZIP package at C:\Day10Labs\fdm_packages\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17720" y="804672"/>
            <a:ext cx="4206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17720" y="804672"/>
            <a:ext cx="4206240" cy="47548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85039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LAB-10-02  ·  40 min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09160" y="104241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FDM Import &amp; Validate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27448" y="1371600"/>
            <a:ext cx="54864" cy="2011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37176" y="13716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pre-import rollback package first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27448" y="1645920"/>
            <a:ext cx="54864" cy="2011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37176" y="164592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package with Create or Update mode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27448" y="1920240"/>
            <a:ext cx="54864" cy="2011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37176" y="192024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import log for warnings/errors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27448" y="2194560"/>
            <a:ext cx="54864" cy="2011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37176" y="219456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all components in ACCE post-import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27448" y="2468880"/>
            <a:ext cx="54864" cy="2011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37176" y="246888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and resolve any post-import issues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82880" y="2907792"/>
            <a:ext cx="4206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82880" y="2907792"/>
            <a:ext cx="4206240" cy="47548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295351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LAB-10-03  ·  40 min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74320" y="314553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Tuning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92608" y="3474720"/>
            <a:ext cx="54864" cy="20116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2336" y="347472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and update WAS JVM heap (512/2048 MB)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92608" y="3749040"/>
            <a:ext cx="54864" cy="20116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2336" y="374904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Tune DB2 connection pool (min:10, max:50)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92608" y="4023360"/>
            <a:ext cx="54864" cy="20116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2336" y="402336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Restart WAS and verify CE comes back up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92608" y="4297680"/>
            <a:ext cx="54864" cy="20116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02336" y="429768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CE API trace and review log output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92608" y="4572000"/>
            <a:ext cx="54864" cy="20116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02336" y="45720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cache statistics in ACCE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617720" y="2907792"/>
            <a:ext cx="4206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617720" y="2907792"/>
            <a:ext cx="4206240" cy="47548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09160" y="295351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LAB-10-04  ·  55 min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709160" y="314553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 Drill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727448" y="3474720"/>
            <a:ext cx="54864" cy="20116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37176" y="347472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Domain-weighted exam summary review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727448" y="3749040"/>
            <a:ext cx="54864" cy="20116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37176" y="374904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20-question timed practice (40 min)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727448" y="4023360"/>
            <a:ext cx="54864" cy="20116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37176" y="402336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and review answer explanations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727448" y="4297680"/>
            <a:ext cx="54864" cy="20116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37176" y="429768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weak domains for further study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727448" y="4572000"/>
            <a:ext cx="54864" cy="20116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37176" y="45720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course evaluation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0"/>
            <a:ext cx="9052560" cy="5143500"/>
          </a:xfrm>
          <a:prstGeom prst="rect">
            <a:avLst/>
          </a:prstGeom>
          <a:solidFill>
            <a:srgbClr val="0D1B5E"/>
          </a:solidFill>
          <a:ln w="12700">
            <a:solidFill>
              <a:srgbClr val="0D1B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" y="1851660"/>
            <a:ext cx="9052560" cy="5486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36576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FileNet P8 V5.5.8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10-Day Training Complete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274320" y="15544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Congratulations, Rajesh Pasham!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1508760" cy="1143000"/>
          </a:xfrm>
          <a:prstGeom prst="rect">
            <a:avLst/>
          </a:prstGeom>
          <a:solidFill>
            <a:srgbClr val="000000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3317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1-2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ECM Foundation, Architecture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148840" y="2286000"/>
            <a:ext cx="1508760" cy="1143000"/>
          </a:xfrm>
          <a:prstGeom prst="rect">
            <a:avLst/>
          </a:prstGeom>
          <a:solidFill>
            <a:srgbClr val="000000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48840" y="23317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3-4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48840" y="269748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Fundamentals, Metadata Modeling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40480" y="2286000"/>
            <a:ext cx="1508760" cy="1143000"/>
          </a:xfrm>
          <a:prstGeom prst="rect">
            <a:avLst/>
          </a:prstGeom>
          <a:solidFill>
            <a:srgbClr val="000000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0" y="23317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5-6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0" y="269748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Storage, Security, Process Engine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532120" y="2286000"/>
            <a:ext cx="1508760" cy="1143000"/>
          </a:xfrm>
          <a:prstGeom prst="rect">
            <a:avLst/>
          </a:prstGeom>
          <a:solidFill>
            <a:srgbClr val="000000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32120" y="23317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7-8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532120" y="269748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Dev, IBM Content Navigator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223760" y="2286000"/>
            <a:ext cx="1508760" cy="1143000"/>
          </a:xfrm>
          <a:prstGeom prst="rect">
            <a:avLst/>
          </a:prstGeom>
          <a:solidFill>
            <a:srgbClr val="000000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23760" y="23317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9-10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223760" y="269748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Integration, FDM, Certification Prep</a:t>
            </a:r>
            <a:endParaRPr lang="en-US" sz="9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4528" y="3584448"/>
            <a:ext cx="685800" cy="6858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274320" y="43159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 IBM C1000-074 Certification Exam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274320" y="46817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FileNet P8 V5.5.8  |  All rights reserved  |  Rajesh Pasham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10 – Deployment, Migration &amp; Certification Preparation</dc:title>
  <dc:subject>PptxGenJS Presentation</dc:subject>
  <dc:creator>Rajesh Pasham</dc:creator>
  <cp:lastModifiedBy>Rajesh Pasham</cp:lastModifiedBy>
  <cp:revision>1</cp:revision>
  <dcterms:created xsi:type="dcterms:W3CDTF">2026-04-20T07:11:57Z</dcterms:created>
  <dcterms:modified xsi:type="dcterms:W3CDTF">2026-04-20T07:11:57Z</dcterms:modified>
</cp:coreProperties>
</file>