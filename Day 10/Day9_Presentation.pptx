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514350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0"/>
            <a:ext cx="4572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FileNet P8 V5.5.8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9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Automation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4251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CEI  |  REST API  |  CMIS  |  Event-Driven Automation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663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Rajesh Pasham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50292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95160" y="548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CEI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3736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97180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3017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 – Day 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54864" cy="84124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68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10789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FileNet P8 V5.5.8 API landscape: Java CEI, .NET, REST, CMIS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04672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04672"/>
            <a:ext cx="54864" cy="84124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868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73168" y="10789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CE Java API object model: Domain, ObjectStore, Document, Factory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792224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1792224"/>
            <a:ext cx="54864" cy="8412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856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" y="206654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CMIS Browser Binding to upload documents and execute queries via HTTP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792224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792224"/>
            <a:ext cx="54864" cy="8412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856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206654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and call CE REST and PE REST endpoints with curl and JSON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2779776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779776"/>
            <a:ext cx="54864" cy="8412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8437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" y="305409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and compile Java CEI code to connect, create, update, and search documents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779776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779776"/>
            <a:ext cx="54864" cy="8412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8437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305409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CEI exceptions and use PropertyFilter for efficient property retrieval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376732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767328"/>
            <a:ext cx="54864" cy="8412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8313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" y="404164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Event Subscriptions in ACCE for OnCreation, OnCheckin, OnDelete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767328"/>
            <a:ext cx="4251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767328"/>
            <a:ext cx="54864" cy="8412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8313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73168" y="404164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custom event handlers and Process Router workflow launchers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514350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954530"/>
            <a:ext cx="9052560" cy="457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FileNet P8 API Landscape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CEI  ·  .NET API  ·  REST API  ·  CMIS  ·  Process Engine REST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FileNet P8 V5.5.8 – Supported API 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822960" cy="1920240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005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CEI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463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Full-featured Java API (EJB/MTOM). Deep object model access. Used by ACCE and ICN internally. JAR: Jace.jar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82296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822960"/>
            <a:ext cx="822960" cy="1920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08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005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/ COM API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77840" y="1463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.NET wrapper for Java CEI. C# / VB.NET integration. Same object model via FileNet.Api.dll.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82880" y="288036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82880" y="2880360"/>
            <a:ext cx="822960" cy="192024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66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REST / CMIS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43000" y="3520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HTTP/JSON. CMIS Browser Binding at /fncmis/browser. Ideal for web, mobile, and cross-platform apps.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17720" y="288036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17720" y="2880360"/>
            <a:ext cx="822960" cy="1920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5661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REST API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77840" y="3520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API for workflow operations: launch, step, query work items. URL: /pe-rest/v1/. Used by ICN workflow UI.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CEI API – Object Model &amp; Connection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758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Hierarchy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207008"/>
            <a:ext cx="4114800" cy="5303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43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Factory.Connection.getConnection(CE_URI)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46504"/>
            <a:ext cx="36576" cy="914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37944"/>
            <a:ext cx="3840480" cy="5303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112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Factory.Domain.fetchInstance(conn, null, null)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2377440"/>
            <a:ext cx="36576" cy="914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468880"/>
            <a:ext cx="3566160" cy="53035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5054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ObjectStore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Factory.ObjectStore.fetchInstance(domain, name, null)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1560" y="3008376"/>
            <a:ext cx="36576" cy="914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099816"/>
            <a:ext cx="329184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136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" y="33741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Factory.Document.createInstance(os, className)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25880" y="3639312"/>
            <a:ext cx="36576" cy="914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3730752"/>
            <a:ext cx="329184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767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" y="40050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Factory.Folder.fetchInstance(os, path, null)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25880" y="4270248"/>
            <a:ext cx="36576" cy="9144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4361688"/>
            <a:ext cx="3017520" cy="5303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398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371600" y="4636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doc.getProperties().putValue(key, value)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7589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MTOM Connection Code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170432"/>
            <a:ext cx="4297680" cy="3657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261872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FileNet P8 V5.5.8 Connection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143560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CE_URI =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1609344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"http://localhost:9080/wsi/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1783080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FNCEWS40MTOM/";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1956816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2130552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conn =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230428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Factory.Connection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0" y="2478024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.getConnection(CE_URI);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2651760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0" y="2825496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subj =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2999232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UserContext.createSubject(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317296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conn, "ceadmin",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0" y="3346704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"ceadmin", "FileNetP8");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0" y="3520440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0" y="3694176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UserContext.get()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3867912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.pushSubject(subj);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0" y="4041648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54880" y="4215384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d = Factory.Domain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54880" y="4389120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.fetchInstance(conn,null,null);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Operations via Java CEI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731520" cy="19019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9961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Creation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51560" y="138988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Factory.Document.createInstance(os, "Document")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properties, attach ContentTransfer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checkin(MAJOR_VERSION), save(REFRESH)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into folder via folder.file()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17720" y="822960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822960"/>
            <a:ext cx="731520" cy="19019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99616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987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Update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486400" y="138988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Factory.Document.fetchInstance(os, id,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getProperties().putValue("DocumentTitle", value)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save(NO_REFRESH)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Supports String, Date, Integer, Boolean types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2880" y="2852928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82880" y="2852928"/>
            <a:ext cx="731520" cy="190195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529584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Operations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051560" y="3419856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Factory.Folder.fetchInstance(os, path,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Factory.Folder.createInstance(os,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set_FolderName() + set_Parent()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folder.get_ContainedDocuments() for listing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17720" y="2852928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17720" y="2852928"/>
            <a:ext cx="731520" cy="19019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529584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Queries (CE SQL)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0" y="3419856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SearchSQL("SELECT * FROM Document WHERE...")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SearchScope(os)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scope.fetchObjects(sql, maxItems, pf, 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Supports INFOLDER, LIKE, timestamp filters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514350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954530"/>
            <a:ext cx="9052560" cy="457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&amp; CMIS Operations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CMIS Browser Binding  ·  curl Commands  ·  Upload  ·  Search  ·  PE Workflow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REST &amp; CMIS API Endpoints (FileNet P8 V5.5.8)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75895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URLs – Training Lab (localhost:9080)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207008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207008"/>
            <a:ext cx="73152" cy="65836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61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CMIS Browser Binding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4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http://localhost:9080/fncmis/browser/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9040" y="131673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REST endpoint for all CRUD. Use ?cmisselector=repositories to get repo IDs.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1965960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965960"/>
            <a:ext cx="73152" cy="6583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0208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CMIS AtomPub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2276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4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http://localhost:9080/fncmis/resources/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207568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XML-based REST. Used by older CMIS clients and SharePoint connectors.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272491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724912"/>
            <a:ext cx="73152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7797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Engine REST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3035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4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http://localhost:9080/pe-rest/v1/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8346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operations: launch, query, step through work items.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483864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483864"/>
            <a:ext cx="73152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5387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 Admin Console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4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http://localhost:9080/acce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359359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Browser-based admin. Verify uploads, configure subscriptions.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" y="4242816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4242816"/>
            <a:ext cx="73152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297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" y="4553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4A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Basic Y2VhZG1pbjpjZWFkbWlu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49040" y="435254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Base64(ceadmin:ceadmin). Use -u ceadmin:ceadmin flag in curl.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– Upload Document &amp; Execute Search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75895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Document via CMIS Browser Binding (curl)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8778240" cy="16916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-u ceadmin:ceadmin -X POST -H "Accept: application/json" \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472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"cmisaction=createDocument" \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728216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"propertyId[0]=cmis:name" -F "propertyValue[0]=MyDoc.txt" \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9842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"propertyId[1]=cmis:objectTypeId" -F "propertyValue[1]=cmis:document" \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2402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"content=@test_document.txt;type=text/plain" \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4963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"http://localhost:9080/fncmis/browser/{REPO_ID}/API_Labs/REST_Uploads"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" y="294436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Uploaded Document (CMIS Query)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" y="3291840"/>
            <a:ext cx="8778240" cy="1481328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355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-u ceadmin:ceadmin -X POST \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62102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application/x-www-form-urlencoded" \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38862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--data-urlencode "cmisaction=query" \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41513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--data-urlencode "statement=SELECT * FROM cmis:document WHERE cmis:name = 'MyDoc.txt'" \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4416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"http://localhost:9080/fncmis/browser/{REPO_ID}"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514350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954530"/>
            <a:ext cx="9052560" cy="457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Automation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Subscriptions  ·  Pre/Post Processing  ·  Custom Event Handlers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Automation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2834640" cy="594360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2608" y="1481328"/>
            <a:ext cx="26334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Predefined actions on FileNet objects.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OnCreation  OnCheckin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OnDelete  OnClassify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OnPromote  OnDemote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OnChangeState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fired. Cannot be disabled.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17520" y="2560320"/>
            <a:ext cx="13716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4680" y="804672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804672"/>
            <a:ext cx="2834640" cy="594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8686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64408" y="1481328"/>
            <a:ext cx="26334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an Event on a Class or Folder to an Event Action.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per Object Store in ACCE.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scoped to specific folders.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enabled or disabled.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89320" y="2560320"/>
            <a:ext cx="137160" cy="54864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804672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804672"/>
            <a:ext cx="283464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86868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868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Action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36208" y="1481328"/>
            <a:ext cx="26334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executed when subscription fires.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Code Module (Java class)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Process Router (launch workflow)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Email Notification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 or Post-processing.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017520" y="2743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989320" y="2743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Types &amp; Pre/Post 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758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FileNet P8 V5.5.8 Event Types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371600" cy="5303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OnCreation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554480" y="1188720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" y="12984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object created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1819656"/>
            <a:ext cx="1371600" cy="5303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929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OnCheckin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554480" y="1819656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19293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checked 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450592"/>
            <a:ext cx="1371600" cy="53035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OnDelete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554480" y="245059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27632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deleted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3081528"/>
            <a:ext cx="137160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1912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OnClassify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554480" y="308152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3191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Auto-classification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3712464"/>
            <a:ext cx="1371600" cy="5303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OnPromote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554480" y="371246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27632" y="3822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promoted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" y="4343400"/>
            <a:ext cx="1371600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453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OnChangeState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554480" y="4343400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27632" y="4453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modified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7589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vs Post Processing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1170432"/>
            <a:ext cx="4297680" cy="182880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 (Synchronous)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16002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BEFORE commit to database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192938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VETO the operation (throw exception)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225856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validation, mandatory metadata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0600" y="25877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failure blocks the original operation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154680"/>
            <a:ext cx="429768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218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 (Asynchronous)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35935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AFTER commit (cannot veto)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39136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notifications, audit, workflow launch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00600" y="42336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do NOT affect the original operation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0600" y="45537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for most automation scenarios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Event Handler – Code Module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5029200" cy="405079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2296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DocCreationHandler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6032" y="98298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implements IObjectChangeEventHandler {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114300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6032" y="130302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6032" y="146304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onEvent(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162306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ObjectChangeEvent event,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178308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Id subscriptionId) {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" y="194310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6032" y="210312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IndependentlyPersistableObject obj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6032" y="226314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event.get_Object();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" y="242316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" y="258318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(obj instanceof Document)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6032" y="274320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Document doc = (Document) obj;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6032" y="290322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title = doc.getProperties()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" y="306324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.getStringValue("DocumentTitle");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6032" y="322326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6032" y="338328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Enforce mandatory metadata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6032" y="354330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(title == null || title.isEmpty())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" y="370332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EngineRuntimeException(...);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6032" y="386334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6032" y="402336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System.out.println("Created: "+title);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6032" y="418338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6032" y="434340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6032" y="4503420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94960" y="749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4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as Code Module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94960" y="1207008"/>
            <a:ext cx="365760" cy="5303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13167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0" y="1207008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4728" y="12435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24728" y="14813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-cp Jace.jar DocCreationHandler.java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94960" y="1837944"/>
            <a:ext cx="365760" cy="5303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1947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760720" y="1837944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24728" y="18745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24728" y="21122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jar cvf Handler.jar DocCreationHandler.class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94960" y="2468880"/>
            <a:ext cx="365760" cy="53035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760720" y="2468880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24728" y="2505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824728" y="274320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 &gt; Events &gt; Code Modules &gt; New Code Module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94960" y="3099816"/>
            <a:ext cx="36576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32095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760720" y="3099816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24728" y="3136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824728" y="337413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 &gt; Event Actions &gt; New &gt; Type: Code Module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394960" y="3730752"/>
            <a:ext cx="365760" cy="5303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0" y="3840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60720" y="3730752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24728" y="37673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824728" y="400507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 &gt; Subscriptions &gt; New &gt; Link to Event Action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394960" y="4361688"/>
            <a:ext cx="365760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0" y="44714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760720" y="4361688"/>
            <a:ext cx="3200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24728" y="43982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824728" y="46360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document of the subscribed class and verify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 Lab Exercises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4206240" cy="47548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0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LAB-09-01  ·  30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0424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&amp; Prerequisites Setup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371600"/>
            <a:ext cx="54864" cy="20116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3716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CE V5.5.8 and CMIS endpoint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1645920"/>
            <a:ext cx="54864" cy="20116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6459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curl available on command 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1920240"/>
            <a:ext cx="54864" cy="20116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9202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Jace.jar at C:\IBM\FileNet\ContentEngine\lib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2194560"/>
            <a:ext cx="54864" cy="20116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194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C:\Day9Labs working directory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2468880"/>
            <a:ext cx="54864" cy="201168"/>
          </a:xfrm>
          <a:prstGeom prst="rect">
            <a:avLst/>
          </a:prstGeom>
          <a:solidFill>
            <a:srgbClr val="054ADA"/>
          </a:solidFill>
          <a:ln w="12700">
            <a:solidFill>
              <a:srgbClr val="054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4688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API_Labs folders in ACCE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80467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804672"/>
            <a:ext cx="4206240" cy="47548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850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LAB-09-02  ·  45 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0424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Document via REST 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27448" y="1371600"/>
            <a:ext cx="54864" cy="2011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13716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repository GUID via CMIS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27448" y="1645920"/>
            <a:ext cx="54864" cy="2011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16459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POST to createDocument in REST_Uploads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7448" y="1920240"/>
            <a:ext cx="54864" cy="2011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7176" y="19202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cmis:name and cmis:description properties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27448" y="2194560"/>
            <a:ext cx="54864" cy="2011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2194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upload in ACCE Browse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27448" y="2468880"/>
            <a:ext cx="54864" cy="2011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24688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doc properties via REST GET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27448" y="2743200"/>
            <a:ext cx="54864" cy="20116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7176" y="27432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with CMIS query statement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290779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2907792"/>
            <a:ext cx="420624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953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LAB-09-03  ·  60 min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3145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CEI API – CRUD Operations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2608" y="3474720"/>
            <a:ext cx="54864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3474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FileNetConnect.java with Jace.jar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2608" y="3749040"/>
            <a:ext cx="54864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37490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CE V5.5.8 via MTOM transport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2608" y="4023360"/>
            <a:ext cx="54864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40233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document in Java_Uploads folder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92608" y="4297680"/>
            <a:ext cx="54864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42976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DocumentTitle via CEI API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92608" y="4572000"/>
            <a:ext cx="54864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45720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CE SQL search and print results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17720" y="2907792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2907792"/>
            <a:ext cx="4206240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2953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LAB-09-04  ·  45 min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09160" y="3145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Subscription &amp; Workflow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27448" y="3474720"/>
            <a:ext cx="54864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37176" y="3474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Process Router Event Action in ACCE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27448" y="3749040"/>
            <a:ext cx="54864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37176" y="37490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TrainingWorkflow + map F_Subject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27448" y="4023360"/>
            <a:ext cx="54864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37176" y="40233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OnCreation Subscription scoped to API_Labs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27448" y="4297680"/>
            <a:ext cx="54864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37176" y="42976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create doc, verify workflow launches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27448" y="4572000"/>
            <a:ext cx="54864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37176" y="45720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PE REST API for active work items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0"/>
            <a:ext cx="9052560" cy="5143500"/>
          </a:xfrm>
          <a:prstGeom prst="rect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331720"/>
            <a:ext cx="9052560" cy="5486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11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9 Complete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 &amp; Automation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63347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CEI API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model, connection, CRUD, search via Jace.jar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63347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CMIS API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20440" y="36118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CMIS Browser Binding, curl upload, CMIS query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63347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32461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Automation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26480" y="36118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Subscriptions, pre/post processing, code modules, workflow launch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274320" y="43891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Day 10 – Deployment, Migration &amp; Certification Preparation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7432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FileNet P8 V5.5.8  |  Rajesh Pasham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 – API Integration &amp; Automation</dc:title>
  <dc:subject>PptxGenJS Presentation</dc:subject>
  <dc:creator>Rajesh Pasham</dc:creator>
  <cp:lastModifiedBy>Rajesh Pasham</cp:lastModifiedBy>
  <cp:revision>1</cp:revision>
  <dcterms:created xsi:type="dcterms:W3CDTF">2026-04-20T06:09:08Z</dcterms:created>
  <dcterms:modified xsi:type="dcterms:W3CDTF">2026-04-20T06:09:08Z</dcterms:modified>
</cp:coreProperties>
</file>